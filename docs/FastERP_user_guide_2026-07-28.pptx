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77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5740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800" b="1">
                <a:solidFill>
                  <a:srgbClr val="FFFFFF"/>
                </a:solidFill>
              </a:defRPr>
            </a:pPr>
            <a:r>
              <a:t>FastERP</a:t>
            </a:r>
          </a:p>
          <a:p>
            <a:pPr algn="ctr"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Accounting Workspace User Guide</a:t>
            </a:r>
          </a:p>
          <a:p>
            <a:pPr algn="ctr"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Self-contained synthetic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Start FastERP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python -m venv .venv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.venv/bin/python -m pip install -r requirements.txt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cp .env.sample .env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.venv/bin/python seed.py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.venv/bin/python web_app.py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Open http://localhost:5011 and sign in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Synthetic accounting workspace · 2026-07-28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Accounting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Open Accounting → Overview for the finance cockpit. The KPI row summarizes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cash and bank, receivables, payables and net income. Below it, review the current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profit-and-loss snapshot, active projects and latest ledger postings.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Use New expense for supplier costs and Journal entry for controlled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adjustments. Every posted workflow writes balanced debit and credit lines.</a:t>
            </a:r>
          </a:p>
        </p:txBody>
      </p:sp>
      <p:pic>
        <p:nvPicPr>
          <p:cNvPr id="5" name="Picture 4" descr="erp-06-accou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Synthetic accounting workspace · 2026-07-28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Record a categorized expense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Choose a supplier and expense account, then enter the net amount. Select a tax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code and transaction currency; FastERP converts the posting to GBP using the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seeded rate while retaining the source currency.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Optionally assign a business unit and project. These dimensions flow to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the ledger and project profitability report. Add an approval or receipt note,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then select Post expense.</a:t>
            </a:r>
          </a:p>
        </p:txBody>
      </p:sp>
      <p:pic>
        <p:nvPicPr>
          <p:cNvPr id="5" name="Picture 4" descr="erp-07-exp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Synthetic accounting workspace · 2026-07-28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Post a journal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• Select an account.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• Enter either a debit or credit.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• Optionally allocate the line to a business unit and project.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• Confirm total debits equal total credits.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Synthetic accounting workspace · 2026-07-28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Review projects and business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The Projects page combines customer, owning business unit, status, budget,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revenue, costs and margin. Expense and journal allocations update costs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immediately.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The synthetic setup includes UK Operations, Continental Europe and North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America. Use these dimensions to compare operational areas without creating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separate ledgers.</a:t>
            </a:r>
          </a:p>
        </p:txBody>
      </p:sp>
      <p:pic>
        <p:nvPicPr>
          <p:cNvPr id="5" name="Picture 4" descr="erp-08-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Synthetic accounting workspace · 2026-07-28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Run financial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• Profit &amp; Loss — income, cost of goods sold, operating expenses and result.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• Balance Sheet — assets, liabilities and equity.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• Trial Balance — account debits, credits and normal-side balances.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• Sales Tax — taxable purchases and input tax by period.</a:t>
            </a:r>
          </a:p>
        </p:txBody>
      </p:sp>
      <p:pic>
        <p:nvPicPr>
          <p:cNvPr id="5" name="Picture 4" descr="erp-09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Synthetic accounting workspace · 2026-07-28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Configure accounting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• GBP, EUR, USD and CAD exchange rates.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• UK, EU and North America business units.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• zero, exempt, reduced and standard VAT codes.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• synthetic receipt images and notes.</a:t>
            </a:r>
          </a:p>
        </p:txBody>
      </p:sp>
      <p:pic>
        <p:nvPicPr>
          <p:cNvPr id="5" name="Picture 4" descr="erp-10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Synthetic accounting workspace · 2026-07-28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Follow linked operational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Sales invoices post Accounts Receivable, Sales Revenue, Cost of Goods Sold and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Inventory. Recording payment moves the balance from Accounts Receivable to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Cash. Receiving a purchase order increases Inventory and Accounts Payable.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Use General Ledger to filter an account and trace the shared transaction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reference, such as INV-7042, PO-6018, EXP-8001 or JE-9001. This creates a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clear audit trail between operational workflows and accounting.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Synthetic accounting workspace · 2026-07-28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Explore the integration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Run the API separately: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.venv/bin/uvicorn api_app:app --port 5012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Open http://localhost:5012/docs for Swagger UI. The stub exposes accounts,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invoices, expenses, projects, Profit &amp; Loss, Trial Balance and a webhook example.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POST /v1/invoices validates and previews a payload but deliberately does not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post it. The API is a future connector boundary, not an Intuit integration.</a:t>
            </a:r>
          </a:p>
        </p:txBody>
      </p:sp>
      <p:pic>
        <p:nvPicPr>
          <p:cNvPr id="5" name="Picture 4" descr="erp-11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6080760" cy="3420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Synthetic accounting workspace · 2026-07-28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FFFFFF"/>
                </a:solidFill>
              </a:defRPr>
            </a:pPr>
            <a:r>
              <a:t>Verification and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Run .venv/bin/python -m pytest -q before changing accounting behavior. Tests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assert that seeded books and new postings remain balanced, invalid journals are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rejected, and API previews are non-posting.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FastERP is a demonstration, not production accounting software. Exchange rates,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tax treatment and reports are illustrative. Never replace the synthetic database</a:t>
            </a:r>
          </a:p>
          <a:p>
            <a:pPr>
              <a:spcAft>
                <a:spcPts val="800"/>
              </a:spcAft>
              <a:defRPr sz="1500">
                <a:solidFill>
                  <a:srgbClr val="27211A"/>
                </a:solidFill>
              </a:defRPr>
            </a:pPr>
            <a:r>
              <a:t>or receipt assets with personal, banking or customer production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800">
                <a:solidFill>
                  <a:srgbClr val="7C7162"/>
                </a:solidFill>
              </a:defRPr>
            </a:pPr>
            <a:r>
              <a:t>FastERP · Synthetic accounting workspace · 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